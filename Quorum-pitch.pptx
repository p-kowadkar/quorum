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34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200" y="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02113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ev/Documents/ezoncall/web/public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4288" y="822960"/>
            <a:ext cx="2103120" cy="21031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2004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kern="0" spc="60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QUORUM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31520" y="3657600"/>
            <a:ext cx="107286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7E9E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room of agents for on-call.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2377440" y="4709160"/>
            <a:ext cx="74368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9BA1A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Specialist agents convene in your Discord Server and Telegram group, debate the fix out loud, and ship only when you approve by voice.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6236208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kern="0" spc="100" dirty="0">
                <a:solidFill>
                  <a:srgbClr val="6670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Incident Response · Multi-agent · In Discord and Telegram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400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On-call shouldn't be</a:t>
            </a:r>
            <a:endParaRPr lang="en-US" sz="420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3 a.m. lookup table.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77240" y="306324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8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Today's on-call bot maps an error code to one branch — rollback or escalate. It can't read your trace or your service. Quorum convenes a room of specialists that actually reason about the incident, right in your group chat.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" y="4892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7A0A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TODAY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523951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bot · one if/else branch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349240" y="50566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97A0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355080" y="4892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04785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QUORUM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55080" y="5294376"/>
            <a:ext cx="155448" cy="15544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65976" y="5294376"/>
            <a:ext cx="155448" cy="1554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976872" y="5294376"/>
            <a:ext cx="155448" cy="1554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287768" y="5294376"/>
            <a:ext cx="155448" cy="155448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598664" y="5294376"/>
            <a:ext cx="155448" cy="155448"/>
          </a:xfrm>
          <a:prstGeom prst="ellipse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092440" y="523951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five specialists · one verdict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400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 CAST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02412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Five specialists. One shared blackboard.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77240" y="199339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agent has a distinct job and a distinct voice — and they all read and write one shared session object.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77240" y="2880360"/>
            <a:ext cx="1965960" cy="320040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blurRad="127000" dist="38100" dir="5400000" algn="bl" rotWithShape="0">
              <a:srgbClr val="0B0D1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33272" y="3172968"/>
            <a:ext cx="219456" cy="219456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33272" y="3538728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33272" y="4178808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Runs the room, hands off by name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33272" y="557784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33272" y="55778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563E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mid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26080" y="2880360"/>
            <a:ext cx="1965960" cy="320040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blurRad="127000" dist="38100" dir="5400000" algn="bl" rotWithShape="0">
              <a:srgbClr val="0B0D1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182112" y="3172968"/>
            <a:ext cx="219456" cy="219456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182112" y="3538728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RootCause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82112" y="4178808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Reads the stack trace, posts a hypothesis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82112" y="557784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182112" y="55778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891B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smart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74920" y="2880360"/>
            <a:ext cx="1965960" cy="320040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blurRad="127000" dist="38100" dir="5400000" algn="bl" rotWithShape="0">
              <a:srgbClr val="0B0D1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330952" y="3172968"/>
            <a:ext cx="219456" cy="21945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330952" y="3538728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30952" y="4178808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Drafts the patch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30952" y="557784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330952" y="55778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C3AE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smart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223760" y="2880360"/>
            <a:ext cx="1965960" cy="320040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blurRad="127000" dist="38100" dir="5400000" algn="bl" rotWithShape="0">
              <a:srgbClr val="0B0D1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79792" y="3172968"/>
            <a:ext cx="219456" cy="219456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479792" y="3538728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Critic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479792" y="4178808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Production-ready? Verdict + confidence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479792" y="557784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479792" y="55778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11D4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smart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372600" y="2880360"/>
            <a:ext cx="1965960" cy="320040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blurRad="127000" dist="38100" dir="5400000" algn="bl" rotWithShape="0">
              <a:srgbClr val="0B0D1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628632" y="3172968"/>
            <a:ext cx="219456" cy="219456"/>
          </a:xfrm>
          <a:prstGeom prst="ellipse">
            <a:avLst/>
          </a:prstGeom>
          <a:solidFill>
            <a:srgbClr val="4755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628632" y="3538728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Project Manager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628632" y="4178808"/>
            <a:ext cx="1508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Files the ticket, then steps back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628632" y="557784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628632" y="55778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cheap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400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WHAT WINS THE ROOM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024128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Argued out loud.</a:t>
            </a:r>
            <a:endParaRPr lang="en-US" sz="340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Shipped only when you sound sure.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3017520"/>
            <a:ext cx="512064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blurRad="127000" dist="38100" dir="5400000" algn="bl" rotWithShape="0">
              <a:srgbClr val="0B0D1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143000" y="334670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04785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AUDIBLE DEBATE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3767328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Distinct voices argue the fix to a verdict you can hear — not a silent autoscaler guess.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143000" y="5303520"/>
            <a:ext cx="182880" cy="18288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453896" y="5303520"/>
            <a:ext cx="182880" cy="18288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764792" y="5303520"/>
            <a:ext cx="182880" cy="18288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0" y="523036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0" y="523036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4785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confidence 0.78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63640" y="3017520"/>
            <a:ext cx="512064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blurRad="127000" dist="38100" dir="5400000" algn="bl" rotWithShape="0">
              <a:srgbClr val="0B0D1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629400" y="334670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B4530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EMOTION-GATED APPROVAL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29400" y="3767328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 approve out loud. If your voice wavers, the gate holds — “You don't sound sure. Hold?”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629400" y="526694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629400" y="52669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4530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hold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635240" y="52120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7A0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38160" y="5266944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138160" y="52669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4785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ship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ev/Documents/ezoncall/web/public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448" y="91440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3154680"/>
            <a:ext cx="107286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7E9E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Bring the whole room</a:t>
            </a:r>
            <a:endParaRPr lang="en-US" sz="4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7E9E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into your on-call.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1828800" y="4709160"/>
            <a:ext cx="8534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dirty="0">
                <a:solidFill>
                  <a:srgbClr val="9BA1A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lives in Discord and Telegram — no dashboard to learn.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914400" y="603504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kern="0" spc="200" dirty="0">
                <a:solidFill>
                  <a:srgbClr val="9BA1A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Quorum · built for on-call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FE3486-63EA-2207-E000-E643D9893F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982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056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F9E3095-3450-E88B-CC58-34B8AC6F2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72" b="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546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1356B6-1CDD-0E1E-DF05-0491C5EDC0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493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3A39DF6-D87C-2D72-8C5E-76C167989C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869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283</Words>
  <Application>Microsoft Macintosh PowerPoint</Application>
  <PresentationFormat>Widescreen</PresentationFormat>
  <Paragraphs>51</Paragraphs>
  <Slides>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Helvetica Neue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Quorum — a room of agents for on-call</dc:title>
  <dc:subject>PptxGenJS Presentation</dc:subject>
  <dc:creator>Quorum</dc:creator>
  <cp:lastModifiedBy>Dev Trivedi</cp:lastModifiedBy>
  <cp:revision>4</cp:revision>
  <dcterms:created xsi:type="dcterms:W3CDTF">2026-06-06T20:29:55Z</dcterms:created>
  <dcterms:modified xsi:type="dcterms:W3CDTF">2026-06-06T21:58:31Z</dcterms:modified>
</cp:coreProperties>
</file>