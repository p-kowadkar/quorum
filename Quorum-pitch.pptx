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v/Documents/ezoncall/web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4288" y="82296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QUORUM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365760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E9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room of agents for on-call.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377440" y="4709160"/>
            <a:ext cx="7436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BA1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Specialist agents convene in your Telegram group, debate the fix out loud, and ship only when you approve by voice.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623620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670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incident response · multi-agent · in Telegram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A64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78992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On-call shouldn't be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3 a.m. lookup table.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Today's on-call bot maps an error code to one branch — rollback or escalate. It can't read your trace or your service. Quorum convenes a room of specialists that actually reason about the incident, right in your group chat.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7A0A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5239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bot · one if/else branch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49240" y="50566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7A0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35508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QUORUM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5294376"/>
            <a:ext cx="155448" cy="1554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6665976" y="5294376"/>
            <a:ext cx="155448" cy="1554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6976872" y="5294376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7287768" y="5294376"/>
            <a:ext cx="155448" cy="15544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98664" y="5294376"/>
            <a:ext cx="155448" cy="15544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5239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specialists · one verdict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A64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specialists. One shared blackboard.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99339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agent has a distinct job and a distinct voice — and they all read and write one shared session object.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965960" cy="32004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3172968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35387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417880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the room, hands off by name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3272" y="5577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2880360"/>
            <a:ext cx="1965960" cy="32004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3172968"/>
            <a:ext cx="219456" cy="21945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35387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RootCause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82112" y="417880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the stack trace, posts a hypothesis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82112" y="5577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16" name="Text 14"/>
          <p:cNvSpPr/>
          <p:nvPr/>
        </p:nvSpPr>
        <p:spPr>
          <a:xfrm>
            <a:off x="3182112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880360"/>
            <a:ext cx="1965960" cy="32004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3172968"/>
            <a:ext cx="219456" cy="21945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330952" y="35387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0952" y="417880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Drafts the patch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30952" y="5577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2" name="Text 20"/>
          <p:cNvSpPr/>
          <p:nvPr/>
        </p:nvSpPr>
        <p:spPr>
          <a:xfrm>
            <a:off x="5330952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2880360"/>
            <a:ext cx="1965960" cy="32004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3172968"/>
            <a:ext cx="219456" cy="21945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7479792" y="35387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79792" y="417880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Production-ready? Verdict + confidence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79792" y="5577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28" name="Text 26"/>
          <p:cNvSpPr/>
          <p:nvPr/>
        </p:nvSpPr>
        <p:spPr>
          <a:xfrm>
            <a:off x="7479792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11D4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72600" y="2880360"/>
            <a:ext cx="1965960" cy="320040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28632" y="3172968"/>
            <a:ext cx="219456" cy="21945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9628632" y="35387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Manager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28632" y="4178808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Files the ticket, then steps back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28632" y="55778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sp>
        <p:nvSpPr>
          <p:cNvPr id="34" name="Text 32"/>
          <p:cNvSpPr/>
          <p:nvPr/>
        </p:nvSpPr>
        <p:spPr>
          <a:xfrm>
            <a:off x="9628632" y="5577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A647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WHAT WINS THE ROOM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Argued out loud.</a:t>
            </a:r>
            <a:endParaRPr lang="en-US" sz="3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Shipped only when you sound sure.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3346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AUDIBLE DEBATE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37673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Distinct voices argue the fix to a verdict you can hear — not a silent autoscaler guess.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530352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453896" y="530352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764792" y="5303520"/>
            <a:ext cx="182880" cy="1828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523036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5230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confidence 0.78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01752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0D1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3467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EMOTION-GATED APPROVAL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3767328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0B0D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approve out loud. If your voice wavers, the gate holds — “You don't sound sure. Hold?”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29400" y="5266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52669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52120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A0A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38160" y="5266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52669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4785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v/Documents/ezoncall/web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9144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15468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9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Bring the whole room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7E9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into your on-call.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828800" y="4709160"/>
            <a:ext cx="8534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BA1A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lives in Telegram — no dashboard to learn.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14400" y="60350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BA1A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Quorum · built for on-call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Quorum — a room of agents for on-call</dc:title>
  <dc:subject>PptxGenJS Presentation</dc:subject>
  <dc:creator>Quorum</dc:creator>
  <cp:lastModifiedBy>Quorum</cp:lastModifiedBy>
  <cp:revision>1</cp:revision>
  <dcterms:created xsi:type="dcterms:W3CDTF">2026-06-06T20:29:55Z</dcterms:created>
  <dcterms:modified xsi:type="dcterms:W3CDTF">2026-06-06T20:29:55Z</dcterms:modified>
</cp:coreProperties>
</file>